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11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11C"/>
                </a:solidFill>
                <a:latin typeface="Calibri"/>
              </a:rPr>
              <a:t>Seguidores en Instagram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Seguidores</c:v>
                </c:pt>
              </c:strCache>
            </c:strRef>
          </c:tx>
          <c:spPr>
            <a:solidFill>
              <a:srgbClr val="8AA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1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Catharsis</c:v>
                  </c:pt>
                  <c:pt idx="1">
                    <c:v>Cabila</c:v>
                  </c:pt>
                  <c:pt idx="2">
                    <c:v>Kapnos</c:v>
                  </c:pt>
                  <c:pt idx="3">
                    <c:v>SevenLab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17200</c:v>
                </c:pt>
                <c:pt idx="1">
                  <c:v>7810</c:v>
                </c:pt>
                <c:pt idx="2">
                  <c:v>2354</c:v>
                </c:pt>
                <c:pt idx="3">
                  <c:v>1913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1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11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11C"/>
                </a:solidFill>
                <a:latin typeface="Calibri"/>
              </a:rPr>
              <a:t>Reseñas en Google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Reseñas</c:v>
                </c:pt>
              </c:strCache>
            </c:strRef>
          </c:tx>
          <c:spPr>
            <a:solidFill>
              <a:srgbClr val="2A7F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1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TFT</c:v>
                  </c:pt>
                  <c:pt idx="1">
                    <c:v>Kapnos</c:v>
                  </c:pt>
                  <c:pt idx="2">
                    <c:v>Cabila</c:v>
                  </c:pt>
                  <c:pt idx="3">
                    <c:v>Catharsis</c:v>
                  </c:pt>
                  <c:pt idx="4">
                    <c:v>SevenLab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66</c:v>
                </c:pt>
                <c:pt idx="2">
                  <c:v>60</c:v>
                </c:pt>
                <c:pt idx="3">
                  <c:v>26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1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Gracias por el espacio. No venimos a ofrecerte publicaciones: venimos a proponerte un sistema para ordenar, comunicar, vender y hacer crecer SevenLab.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Lo primero que entendimos es que SevenLab tiene producto: comunidad, fisio, buen espacio y atletas que compiten. Lo que tienen adentro es mejor de lo que se ve desde afuera.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Este es el único slide con números de competencia. No dice que SevenLab sea peor: dice que la competencia se ve mejor desde afuera.
RESPALDO: Catharsis 17,2 mil seguidores; Cabila 60 reseñas; TFT 96 reseñas.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Encontramos tres cosas que hoy le cuestan clientes a SevenLab. Ninguna es un problema del box: es cómo se ve y cómo se atiende desde afuera.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Este es el paquete completo. No tenés que contratar cada cosa por separado: todo esto está incluido en un solo precio mensual, y la landing page va de regalo.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Vas a tener 10 contenidos al mes. Nosotros los pensamos, los grabamos, los editamos y los publicamos. Vos solo aprobás. Así se verían: con la gente real del box.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Vas a tener un asistente en WhatsApp que contesta al instante, incluso de noche, agenda pruebas y te avisa cuando una conversación te necesita a vos.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Además del contenido y el asistente, ordenamos tu presencia en Instagram y Google, te ayudamos a armar promociones que sí convienen y trabajamos para que tus miembros se queden y recomienden.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Además del paquete mensual, te regalamos una landing page: una página web con toda la información del box, conectada a WhatsApp. Lo único que se paga aparte es el dominio, que normalmente cuesta unos 11 dólares.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Trabajamos con 100% de involucramiento: nos hacemos responsables de la marca como parte de tu equipo. Y para que funcione bien, el alcance es claro: no es disponibilidad 24/7 ni producción ilimitada.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En resumen, esto es lo que tenés cada mes: 10 contenidos, una jornada de grabación, el asistente funcionando, un reporte con reunión y nuestro 100% de involucramiento. Al inicio, además, la landing page de regalo.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La primera semana ordenamos todo. Desde la segunda ya salen contenidos y el asistente empieza a atender. Al final del mes te mostramos qué pasó y ajustamos.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Todo lo que vimos está incluido: ₡165.000 por dos meses de prueba, con nuestro 100% de involucramiento. Aparte solo van los anuncios, producciones especiales, la plataforma del asistente, el dominio de la landing y los premios de promociones.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Para arrancar solo necesitamos tu aprobación, los accesos y una hora con vos.
NOTAS: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jp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jp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7b3098e-5576-57da-b056-8c8e98df80c7/scratchpad/fotos/05_levantamien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73152" cy="5143500"/>
          </a:xfrm>
          <a:prstGeom prst="rect">
            <a:avLst/>
          </a:prstGeom>
          <a:solidFill>
            <a:srgbClr val="4FC08D"/>
          </a:solidFill>
          <a:ln w="9525">
            <a:solidFill>
              <a:srgbClr val="4FC08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ESTRATÉGICA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SevenLab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48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crecimiento comercial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CC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estratégico para ordenar, comunicar, vender y hacer crecer la marca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BOLD Agency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C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2026 · Lagunilla, Heredia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48737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Fotos: Instagram @sevenlab7 · @recuerdos_fullframe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1 DE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AGENCY × SEVENLAB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entendimos de SevenLab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Instagram @sevenlab7 (revisado 18-oct-2026), Google Maps y la investigación de mercado de septiembre de 2026. Fotos: Instagram @sevenlab7 · @recuerdos_fullframe.</a:t>
            </a:r>
            <a:endParaRPr lang="en-US" sz="850" dirty="0"/>
          </a:p>
        </p:txBody>
      </p:sp>
      <p:pic>
        <p:nvPicPr>
          <p:cNvPr id="6" name="Image 0" descr="/tmp/claude-0/-home-claude/e7b3098e-5576-57da-b056-8c8e98df80c7/scratchpad/fotos/01_box_fachad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205740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06040" y="1298448"/>
            <a:ext cx="3154680" cy="3429000"/>
          </a:xfrm>
          <a:prstGeom prst="rect">
            <a:avLst/>
          </a:prstGeom>
          <a:solidFill>
            <a:srgbClr val="0E2A22"/>
          </a:solidFill>
          <a:ln w="9525">
            <a:solidFill>
              <a:srgbClr val="0E2A2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53896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154680" y="14173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154680" y="16642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box de entrenamiento funcional en Lagunilla, Heredia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27685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154680" y="22402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representa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3154680" y="248716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“Entrenamiento como estilo de vida” y “Seven Means Community”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09981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154680" y="30632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experiencia ofrece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3154680" y="331012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guiadas, competencia interna y atletas que compiten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922776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154680" y="3886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lo diferencia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3154680" y="413308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 dentro del box, parqueo amplio y baños accesibles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94360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7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691640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217920" y="16459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Ocupar el lugar de “entrenar fuerte y seguro”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214884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217920" y="2103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a la comunidad en canal de captación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260604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217920" y="25603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 enero con interesados</a:t>
            </a:r>
            <a:endParaRPr lang="en-US" sz="1100" dirty="0"/>
          </a:p>
        </p:txBody>
      </p:sp>
      <p:sp>
        <p:nvSpPr>
          <p:cNvPr id="27" name="Text 17"/>
          <p:cNvSpPr txBox="1"/>
          <p:nvPr/>
        </p:nvSpPr>
        <p:spPr>
          <a:xfrm>
            <a:off x="59436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</a:t>
            </a:r>
            <a:endParaRPr lang="en-US" sz="14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3502152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217920" y="34564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nueva no lo encuentra</a:t>
            </a:r>
            <a:endParaRPr lang="en-US" sz="11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3931920"/>
            <a:ext cx="182880" cy="18288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6217920" y="38862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entiende qué es ni cómo empezar</a:t>
            </a:r>
            <a:endParaRPr lang="en-US" sz="11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4361688"/>
            <a:ext cx="182880" cy="18288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6217920" y="43159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interés se pierde en mensajes manuales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2 DE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AGENCY × SEVENLAB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ve desde afuera todavía no refleja lo que hay adentro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Instagram y Google Maps de cada box (19-sep-2026; SevenLab revisado el 18-oct-2026). TFT y FitnessLine sin cuenta de Instagram verificada.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28016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solidFill>
            <a:srgbClr val="D5EBDF"/>
          </a:solidFill>
          <a:ln w="9525">
            <a:solidFill>
              <a:srgbClr val="D5EBD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411480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semanas sin publicaciones propias · ficha de Google sin reclamar · 0 de 5 boxes auditados comunica fisioterapia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ENCONTRAMOS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AGENCY × SEVENLAB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cosas que hoy le están costando clientes a SevenLab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la investigación de septiembre de 2026 y la revisión de Instagram del 18-oct-2026.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5176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35608"/>
            <a:ext cx="548640" cy="548640"/>
          </a:xfrm>
          <a:prstGeom prst="ellipse">
            <a:avLst/>
          </a:prstGeom>
          <a:solidFill>
            <a:srgbClr val="1E7A56"/>
          </a:solidFill>
          <a:ln w="6350">
            <a:solidFill>
              <a:srgbClr val="1E7A5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567282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7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Cuesta encontrarlo y confiar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reseña en Google y una ficha sin teléfono ni horario.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busca un box en Heredia elige al que ve más confiable.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46120" y="1298448"/>
            <a:ext cx="265176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435608"/>
            <a:ext cx="548640" cy="548640"/>
          </a:xfrm>
          <a:prstGeom prst="ellipse">
            <a:avLst/>
          </a:prstGeom>
          <a:solidFill>
            <a:srgbClr val="2A7F9E"/>
          </a:solidFill>
          <a:ln w="6350">
            <a:solidFill>
              <a:srgbClr val="2A7F9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674" y="1567282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2900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diferencia no se cuenta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fisio y una comunidad real, pero no aparece en sus redes. Lleva 11 semanas sin publicar.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afuera se ve igual que cualquier otro gimnasio.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35040" y="1298448"/>
            <a:ext cx="265176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435608"/>
            <a:ext cx="548640" cy="548640"/>
          </a:xfrm>
          <a:prstGeom prst="ellipse">
            <a:avLst/>
          </a:prstGeom>
          <a:solidFill>
            <a:srgbClr val="128C7E"/>
          </a:solidFill>
          <a:ln w="6350">
            <a:solidFill>
              <a:srgbClr val="128C7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594" y="1567282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interesados se enfrían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depende de responder WhatsApp a mano, y el precio solo está en historias.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mensaje sin respuesta rápida es un cliente que se va a otro box.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solidFill>
            <a:srgbClr val="0E2A22"/>
          </a:solidFill>
          <a:ln w="9525">
            <a:solidFill>
              <a:srgbClr val="0E2A2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paquete de BOLD está pensado para resolver estas tres cosas.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PAQUETE BOLD PARA SEVENLAB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que incluye, en un solo paquete mensual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965960" cy="1645920"/>
          </a:xfrm>
          <a:prstGeom prst="rect">
            <a:avLst/>
          </a:prstGeom>
          <a:solidFill>
            <a:srgbClr val="163A2F"/>
          </a:solidFill>
          <a:ln w="9525">
            <a:solidFill>
              <a:srgbClr val="2F52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35608"/>
            <a:ext cx="457200" cy="457200"/>
          </a:xfrm>
          <a:prstGeom prst="ellipse">
            <a:avLst/>
          </a:prstGeom>
          <a:solidFill>
            <a:srgbClr val="1E7A56"/>
          </a:solidFill>
          <a:ln w="6350">
            <a:solidFill>
              <a:srgbClr val="1E7A5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453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195681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Presencia digital en orden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y Google claros y completos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42032" y="1298448"/>
            <a:ext cx="1965960" cy="1645920"/>
          </a:xfrm>
          <a:prstGeom prst="rect">
            <a:avLst/>
          </a:prstGeom>
          <a:solidFill>
            <a:srgbClr val="163A2F"/>
          </a:solidFill>
          <a:ln w="9525">
            <a:solidFill>
              <a:srgbClr val="2F524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06624" y="1435608"/>
            <a:ext cx="457200" cy="457200"/>
          </a:xfrm>
          <a:prstGeom prst="ellipse">
            <a:avLst/>
          </a:prstGeom>
          <a:solidFill>
            <a:srgbClr val="2A7F9E"/>
          </a:solidFill>
          <a:ln w="6350">
            <a:solidFill>
              <a:srgbClr val="2A7F9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5453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06624" y="195681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contenidos al mes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706624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Pensados, producidos y publicados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26864" y="1298448"/>
            <a:ext cx="1965960" cy="1645920"/>
          </a:xfrm>
          <a:prstGeom prst="rect">
            <a:avLst/>
          </a:prstGeom>
          <a:solidFill>
            <a:srgbClr val="163A2F"/>
          </a:solidFill>
          <a:ln w="9525">
            <a:solidFill>
              <a:srgbClr val="2F524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91456" y="1435608"/>
            <a:ext cx="457200" cy="457200"/>
          </a:xfrm>
          <a:prstGeom prst="ellipse">
            <a:avLst/>
          </a:prstGeom>
          <a:solidFill>
            <a:srgbClr val="128C7E"/>
          </a:solidFill>
          <a:ln w="6350">
            <a:solidFill>
              <a:srgbClr val="128C7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5453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91456" y="195681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de WhatsApp con IA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791456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al instante y agenda pruebas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11696" y="1298448"/>
            <a:ext cx="1965960" cy="1645920"/>
          </a:xfrm>
          <a:prstGeom prst="rect">
            <a:avLst/>
          </a:prstGeom>
          <a:solidFill>
            <a:srgbClr val="163A2F"/>
          </a:solidFill>
          <a:ln w="9525">
            <a:solidFill>
              <a:srgbClr val="2F524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76288" y="1435608"/>
            <a:ext cx="457200" cy="457200"/>
          </a:xfrm>
          <a:prstGeom prst="ellipse">
            <a:avLst/>
          </a:prstGeom>
          <a:solidFill>
            <a:srgbClr val="B7791F"/>
          </a:solidFill>
          <a:ln w="6350">
            <a:solidFill>
              <a:srgbClr val="B7791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154533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76288" y="195681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Promociones que venden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876288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que atraen sin bajar el valor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054096"/>
            <a:ext cx="1965960" cy="1645920"/>
          </a:xfrm>
          <a:prstGeom prst="rect">
            <a:avLst/>
          </a:prstGeom>
          <a:solidFill>
            <a:srgbClr val="163A2F"/>
          </a:solidFill>
          <a:ln w="9525">
            <a:solidFill>
              <a:srgbClr val="2F524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1792" y="3191256"/>
            <a:ext cx="457200" cy="457200"/>
          </a:xfrm>
          <a:prstGeom prst="ellipse">
            <a:avLst/>
          </a:prstGeom>
          <a:solidFill>
            <a:srgbClr val="5B4B8A"/>
          </a:solidFill>
          <a:ln w="6350">
            <a:solidFill>
              <a:srgbClr val="5B4B8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0098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21792" y="371246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 que se queda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21792" y="42245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tus miembros sigan y recomienden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2542032" y="3054096"/>
            <a:ext cx="1965960" cy="1645920"/>
          </a:xfrm>
          <a:prstGeom prst="rect">
            <a:avLst/>
          </a:prstGeom>
          <a:solidFill>
            <a:srgbClr val="163A2F"/>
          </a:solidFill>
          <a:ln w="9525">
            <a:solidFill>
              <a:srgbClr val="2F524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706624" y="3191256"/>
            <a:ext cx="457200" cy="457200"/>
          </a:xfrm>
          <a:prstGeom prst="ellipse">
            <a:avLst/>
          </a:prstGeom>
          <a:solidFill>
            <a:srgbClr val="1E7A56"/>
          </a:solidFill>
          <a:ln w="6350">
            <a:solidFill>
              <a:srgbClr val="1E7A5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6352" y="330098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706624" y="371246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y acompañamiento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2706624" y="42245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próximos pasos cada mes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626864" y="3054096"/>
            <a:ext cx="1965960" cy="1645920"/>
          </a:xfrm>
          <a:prstGeom prst="rect">
            <a:avLst/>
          </a:prstGeom>
          <a:solidFill>
            <a:srgbClr val="1F4A3C"/>
          </a:solidFill>
          <a:ln w="9525">
            <a:solidFill>
              <a:srgbClr val="4FC08D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791456" y="3191256"/>
            <a:ext cx="457200" cy="457200"/>
          </a:xfrm>
          <a:prstGeom prst="ellipse">
            <a:avLst/>
          </a:prstGeom>
          <a:solidFill>
            <a:srgbClr val="B7791F"/>
          </a:solidFill>
          <a:ln w="6350">
            <a:solidFill>
              <a:srgbClr val="B7791F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3300984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791456" y="371246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 de regalo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4791456" y="42245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página web, lista para mostrar el box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711696" y="3054096"/>
            <a:ext cx="1965960" cy="1645920"/>
          </a:xfrm>
          <a:prstGeom prst="rect">
            <a:avLst/>
          </a:prstGeom>
          <a:solidFill>
            <a:srgbClr val="1F4A3C"/>
          </a:solidFill>
          <a:ln w="9525">
            <a:solidFill>
              <a:srgbClr val="4FC08D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876288" y="3191256"/>
            <a:ext cx="457200" cy="457200"/>
          </a:xfrm>
          <a:prstGeom prst="ellipse">
            <a:avLst/>
          </a:prstGeom>
          <a:solidFill>
            <a:srgbClr val="4FC08D"/>
          </a:solidFill>
          <a:ln w="6350">
            <a:solidFill>
              <a:srgbClr val="4FC08D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3300984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876288" y="371246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de involucramiento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6876288" y="42245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comprometido con tu marca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PAQUETE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AGENCY × SEVENLAB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contenidos al mes, hechos por nosotros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Fotos: Instagram @sevenlab7 · @recuerdos_fullframe.</a:t>
            </a:r>
            <a:endParaRPr lang="en-US" sz="850" dirty="0"/>
          </a:p>
        </p:txBody>
      </p:sp>
      <p:pic>
        <p:nvPicPr>
          <p:cNvPr id="6" name="Image 0" descr="/tmp/claude-0/-home-claude/e7b3098e-5576-57da-b056-8c8e98df80c7/scratchpad/fotos/04_anill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237744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063240"/>
            <a:ext cx="2377440" cy="1645920"/>
          </a:xfrm>
          <a:prstGeom prst="rect">
            <a:avLst/>
          </a:prstGeom>
          <a:solidFill>
            <a:srgbClr val="2A7F9E">
              <a:alpha val="92000"/>
            </a:srgbClr>
          </a:solidFill>
          <a:ln w="6350">
            <a:solidFill>
              <a:srgbClr val="2A7F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09067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069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y carruseles para Instagram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mes incluye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74650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01568" y="17007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ideas y el calendario del mes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13055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01568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Guion, diseño y edición de cada pieza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51460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01568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en tus redes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289864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401568" y="2852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jornada de grabación en el box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598932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qué van a hablar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5989320" y="1700784"/>
            <a:ext cx="2371222" cy="274320"/>
          </a:xfrm>
          <a:prstGeom prst="roundRect">
            <a:avLst>
              <a:gd name="adj" fmla="val 50000"/>
            </a:avLst>
          </a:prstGeom>
          <a:solidFill>
            <a:srgbClr val="D6EAF1"/>
          </a:solidFill>
          <a:ln w="9525">
            <a:solidFill>
              <a:srgbClr val="D6EAF1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989320" y="1700784"/>
            <a:ext cx="2371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 entrenar en SevenLab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989320" y="2048256"/>
            <a:ext cx="1846997" cy="274320"/>
          </a:xfrm>
          <a:prstGeom prst="roundRect">
            <a:avLst>
              <a:gd name="adj" fmla="val 50000"/>
            </a:avLst>
          </a:prstGeom>
          <a:solidFill>
            <a:srgbClr val="D6EAF1"/>
          </a:solidFill>
          <a:ln w="9525">
            <a:solidFill>
              <a:srgbClr val="D6EAF1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989320" y="2048256"/>
            <a:ext cx="18469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lo hace diferente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989320" y="2395728"/>
            <a:ext cx="1996775" cy="274320"/>
          </a:xfrm>
          <a:prstGeom prst="roundRect">
            <a:avLst>
              <a:gd name="adj" fmla="val 50000"/>
            </a:avLst>
          </a:prstGeom>
          <a:solidFill>
            <a:srgbClr val="D6EAF1"/>
          </a:solidFill>
          <a:ln w="9525">
            <a:solidFill>
              <a:srgbClr val="D6EAF1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989320" y="2395728"/>
            <a:ext cx="1996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de la marca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989320" y="2743200"/>
            <a:ext cx="1996775" cy="274320"/>
          </a:xfrm>
          <a:prstGeom prst="roundRect">
            <a:avLst>
              <a:gd name="adj" fmla="val 50000"/>
            </a:avLst>
          </a:prstGeom>
          <a:solidFill>
            <a:srgbClr val="D6EAF1"/>
          </a:solidFill>
          <a:ln w="9525">
            <a:solidFill>
              <a:srgbClr val="D6EAF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989320" y="2743200"/>
            <a:ext cx="1996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para quien empieza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989320" y="3090672"/>
            <a:ext cx="1846997" cy="274320"/>
          </a:xfrm>
          <a:prstGeom prst="roundRect">
            <a:avLst>
              <a:gd name="adj" fmla="val 50000"/>
            </a:avLst>
          </a:prstGeom>
          <a:solidFill>
            <a:srgbClr val="D6EAF1"/>
          </a:solidFill>
          <a:ln w="9525">
            <a:solidFill>
              <a:srgbClr val="D6EAF1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989320" y="3090672"/>
            <a:ext cx="18469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miembros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989320" y="3438144"/>
            <a:ext cx="1098103" cy="274320"/>
          </a:xfrm>
          <a:prstGeom prst="roundRect">
            <a:avLst>
              <a:gd name="adj" fmla="val 50000"/>
            </a:avLst>
          </a:prstGeom>
          <a:solidFill>
            <a:srgbClr val="D6EAF1"/>
          </a:solidFill>
          <a:ln w="9525">
            <a:solidFill>
              <a:srgbClr val="D6EAF1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989320" y="3438144"/>
            <a:ext cx="1098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coaches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7160575" y="3438144"/>
            <a:ext cx="1172992" cy="274320"/>
          </a:xfrm>
          <a:prstGeom prst="roundRect">
            <a:avLst>
              <a:gd name="adj" fmla="val 50000"/>
            </a:avLst>
          </a:prstGeom>
          <a:solidFill>
            <a:srgbClr val="D6EAF1"/>
          </a:solidFill>
          <a:ln w="9525">
            <a:solidFill>
              <a:srgbClr val="D6EAF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160575" y="3438144"/>
            <a:ext cx="117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comunidad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989320" y="3785616"/>
            <a:ext cx="1846997" cy="274320"/>
          </a:xfrm>
          <a:prstGeom prst="roundRect">
            <a:avLst>
              <a:gd name="adj" fmla="val 50000"/>
            </a:avLst>
          </a:prstGeom>
          <a:solidFill>
            <a:srgbClr val="D6EAF1"/>
          </a:solidFill>
          <a:ln w="9525">
            <a:solidFill>
              <a:srgbClr val="D6EAF1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989320" y="3785616"/>
            <a:ext cx="18469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Invitaciones a probar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3108960" y="3337560"/>
            <a:ext cx="2697480" cy="1371600"/>
          </a:xfrm>
          <a:prstGeom prst="rect">
            <a:avLst/>
          </a:prstGeom>
          <a:solidFill>
            <a:srgbClr val="D6EAF1"/>
          </a:solidFill>
          <a:ln w="9525">
            <a:solidFill>
              <a:srgbClr val="D6EAF1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3246120" y="3337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es para “llenar el feed”: cada contenido busca que más gente conozca el box y escriba para probar.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PAQUETE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AGENCY × SEVENLAB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asistente de WhatsApp que responde por vos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de ejemplo.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E5DDD5"/>
          </a:solidFill>
          <a:ln w="9525">
            <a:solidFill>
              <a:srgbClr val="D3CB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2834640" cy="411480"/>
          </a:xfrm>
          <a:prstGeom prst="rect">
            <a:avLst/>
          </a:prstGeom>
          <a:solidFill>
            <a:srgbClr val="128C7E"/>
          </a:solidFill>
          <a:ln w="9525">
            <a:solidFill>
              <a:srgbClr val="128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SevenLab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51560" y="1828800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DCF8C6"/>
          </a:solidFill>
          <a:ln w="9525">
            <a:solidFill>
              <a:srgbClr val="DCF8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186537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¿qué horarios tienen? Nunca he entrenado.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487168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52374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¡Hola! Tenemos clases para todos los niveles. ¿Preferís mañana o tarde?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51560" y="3145536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DCF8C6"/>
          </a:solidFill>
          <a:ln w="9525">
            <a:solidFill>
              <a:srgbClr val="DCF8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3182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tarde.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602736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63931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Perfecto. ¿Te agendo una clase de prueba el jueves a las 6:00 p. m.?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" y="4261104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DCF8C6"/>
          </a:solidFill>
          <a:ln w="9525">
            <a:solidFill>
              <a:srgbClr val="DCF8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¡Sí, dale!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1280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719072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06908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al instante preguntas de precios, horarios y clases</a:t>
            </a:r>
            <a:endParaRPr lang="en-US" sz="12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76272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069080" y="2148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clases de prueba</a:t>
            </a:r>
            <a:endParaRPr lang="en-US" sz="12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633472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069080" y="2606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los datos de cada persona interesada</a:t>
            </a:r>
            <a:endParaRPr lang="en-US" sz="12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09067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069080" y="3063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escribe de nuevo a quien no terminó de inscribirse</a:t>
            </a:r>
            <a:endParaRPr lang="en-US" sz="12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54787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069080" y="3520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pasa a vos las conversaciones importantes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3657600" y="4114800"/>
            <a:ext cx="5029200" cy="640080"/>
          </a:xfrm>
          <a:prstGeom prst="rect">
            <a:avLst/>
          </a:prstGeom>
          <a:solidFill>
            <a:srgbClr val="D3EEEA"/>
          </a:solidFill>
          <a:ln w="9525">
            <a:solidFill>
              <a:srgbClr val="D3EEEA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3840480" y="4114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a tu equipo: le quita lo repetitivo para que nadie se quede sin respuesta.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PAQUETE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AGENCY × SEVENLAB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además: presencia, promociones y comunidad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Fotos: Instagram @sevenlab7 · @recuerdos_fullframe.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517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pic>
        <p:nvPicPr>
          <p:cNvPr id="7" name="Image 0" descr="/tmp/claude-0/-home-claude/e7b3098e-5576-57da-b056-8c8e98df80c7/scratchpad/fotos/01_box_fachad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2651760" cy="1051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1E7A56"/>
          </a:solidFill>
          <a:ln w="6350">
            <a:solidFill>
              <a:srgbClr val="1E7A5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7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presencia digital en orden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6265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1440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claro: qué es SevenLab y cómo probar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19856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1440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completo, con teléfono, horario y fotos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7705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1440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reseñas de tus miembros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34256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91440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Precio, horarios y prueba fáciles de encontrar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3246120" y="1298448"/>
            <a:ext cx="26517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pic>
        <p:nvPicPr>
          <p:cNvPr id="20" name="Image 6" descr="/tmp/claude-0/-home-claude/e7b3098e-5576-57da-b056-8c8e98df80c7/scratchpad/fotos/06_concentracion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246120" y="1298448"/>
            <a:ext cx="2651760" cy="105156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3429000" y="2103120"/>
            <a:ext cx="502920" cy="502920"/>
          </a:xfrm>
          <a:prstGeom prst="ellipse">
            <a:avLst/>
          </a:prstGeom>
          <a:solidFill>
            <a:srgbClr val="B7791F"/>
          </a:solidFill>
          <a:ln w="6350">
            <a:solidFill>
              <a:srgbClr val="B7791F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9701" y="2223821"/>
            <a:ext cx="261518" cy="26151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02336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Promociones que venden</a:t>
            </a:r>
            <a:endParaRPr lang="en-US" sz="12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2962656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370332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ayudamos a decidir qué promoción conviene</a:t>
            </a:r>
            <a:endParaRPr lang="en-US" sz="11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419856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370332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atraiga sin bajar el valor de SevenLab</a:t>
            </a:r>
            <a:endParaRPr lang="en-US" sz="11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3877056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370332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para fechas clave: Día de la Mascarada y Viernes Negro</a:t>
            </a:r>
            <a:endParaRPr lang="en-US" sz="1100" dirty="0"/>
          </a:p>
        </p:txBody>
      </p:sp>
      <p:sp>
        <p:nvSpPr>
          <p:cNvPr id="30" name="Shape 17"/>
          <p:cNvSpPr/>
          <p:nvPr/>
        </p:nvSpPr>
        <p:spPr>
          <a:xfrm>
            <a:off x="6035040" y="1298448"/>
            <a:ext cx="26517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pic>
        <p:nvPicPr>
          <p:cNvPr id="31" name="Image 11" descr="/tmp/claude-0/-home-claude/e7b3098e-5576-57da-b056-8c8e98df80c7/scratchpad/fotos/07_rebel7ion_grupo.jp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035040" y="1298448"/>
            <a:ext cx="2651760" cy="1051560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6217920" y="2103120"/>
            <a:ext cx="502920" cy="502920"/>
          </a:xfrm>
          <a:prstGeom prst="ellipse">
            <a:avLst/>
          </a:prstGeom>
          <a:solidFill>
            <a:srgbClr val="5B4B8A"/>
          </a:solidFill>
          <a:ln w="6350">
            <a:solidFill>
              <a:srgbClr val="5B4B8A"/>
            </a:solidFill>
            <a:prstDash val="solid"/>
          </a:ln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8621" y="2223821"/>
            <a:ext cx="261518" cy="261518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681228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comunidad que se queda</a:t>
            </a:r>
            <a:endParaRPr lang="en-US" sz="125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2962656"/>
            <a:ext cx="182880" cy="182880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649224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a tus miembros</a:t>
            </a:r>
            <a:endParaRPr lang="en-US" sz="11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920" y="3419856"/>
            <a:ext cx="182880" cy="182880"/>
          </a:xfrm>
          <a:prstGeom prst="rect">
            <a:avLst/>
          </a:prstGeom>
        </p:spPr>
      </p:pic>
      <p:sp>
        <p:nvSpPr>
          <p:cNvPr id="38" name="Text 21"/>
          <p:cNvSpPr txBox="1"/>
          <p:nvPr/>
        </p:nvSpPr>
        <p:spPr>
          <a:xfrm>
            <a:off x="649224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para que vuelvan quienes dejaron de venir</a:t>
            </a:r>
            <a:endParaRPr lang="en-US" sz="11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7920" y="3877056"/>
            <a:ext cx="182880" cy="182880"/>
          </a:xfrm>
          <a:prstGeom prst="rect">
            <a:avLst/>
          </a:prstGeom>
        </p:spPr>
      </p:pic>
      <p:sp>
        <p:nvSpPr>
          <p:cNvPr id="40" name="Text 22"/>
          <p:cNvSpPr txBox="1"/>
          <p:nvPr/>
        </p:nvSpPr>
        <p:spPr>
          <a:xfrm>
            <a:off x="649224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tus miembros recomienden el box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SIN COSTO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AGENCY × SEVENLAB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Además, una landing page para SevenLab, de regalo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ejemplo. Fotos: Instagram @sevenlab7 · @recuerdos_fullframe.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4805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480560" cy="292608"/>
          </a:xfrm>
          <a:prstGeom prst="rect">
            <a:avLst/>
          </a:prstGeom>
          <a:solidFill>
            <a:srgbClr val="E9EEEB"/>
          </a:solidFill>
          <a:ln w="9525">
            <a:solidFill>
              <a:srgbClr val="E9EE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71600"/>
            <a:ext cx="100584" cy="100584"/>
          </a:xfrm>
          <a:prstGeom prst="ellipse">
            <a:avLst/>
          </a:prstGeom>
          <a:solidFill>
            <a:srgbClr val="E0645B"/>
          </a:solidFill>
          <a:ln w="6350">
            <a:solidFill>
              <a:srgbClr val="E064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71600"/>
            <a:ext cx="100584" cy="100584"/>
          </a:xfrm>
          <a:prstGeom prst="ellipse">
            <a:avLst/>
          </a:prstGeom>
          <a:solidFill>
            <a:srgbClr val="E8B53E"/>
          </a:solidFill>
          <a:ln w="6350">
            <a:solidFill>
              <a:srgbClr val="E8B5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371600"/>
            <a:ext cx="100584" cy="100584"/>
          </a:xfrm>
          <a:prstGeom prst="ellipse">
            <a:avLst/>
          </a:prstGeom>
          <a:solidFill>
            <a:srgbClr val="5BBF6A"/>
          </a:solidFill>
          <a:ln w="6350">
            <a:solidFill>
              <a:srgbClr val="5BBF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335024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13350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www.sevenlab… (tu dominio)</a:t>
            </a:r>
            <a:endParaRPr lang="en-US" sz="800" dirty="0"/>
          </a:p>
        </p:txBody>
      </p:sp>
      <p:pic>
        <p:nvPicPr>
          <p:cNvPr id="13" name="Image 0" descr="/tmp/claude-0/-home-claude/e7b3098e-5576-57da-b056-8c8e98df80c7/scratchpad/fotos/03_press_banc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72768"/>
            <a:ext cx="4480560" cy="1600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" y="1572768"/>
            <a:ext cx="4480560" cy="1600200"/>
          </a:xfrm>
          <a:prstGeom prst="rect">
            <a:avLst/>
          </a:prstGeom>
          <a:solidFill>
            <a:srgbClr val="0E2A22">
              <a:alpha val="65000"/>
            </a:srgbClr>
          </a:solidFill>
          <a:ln w="12700">
            <a:solidFill>
              <a:srgbClr val="0E2A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Entrená fuerte, sin lesionarte y nunca solo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85800" y="25603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4FC08D"/>
          </a:solidFill>
          <a:ln w="9525">
            <a:solidFill>
              <a:srgbClr val="4FC0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25603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Reservá tu clase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3310128"/>
            <a:ext cx="1298448" cy="566928"/>
          </a:xfrm>
          <a:prstGeom prst="rect">
            <a:avLst/>
          </a:prstGeom>
          <a:solidFill>
            <a:srgbClr val="F1F4F2"/>
          </a:solidFill>
          <a:ln w="9525">
            <a:solidFill>
              <a:srgbClr val="E2E8E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31012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horarios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039112" y="3310128"/>
            <a:ext cx="1298448" cy="566928"/>
          </a:xfrm>
          <a:prstGeom prst="rect">
            <a:avLst/>
          </a:prstGeom>
          <a:solidFill>
            <a:srgbClr val="F1F4F2"/>
          </a:solidFill>
          <a:ln w="9525">
            <a:solidFill>
              <a:srgbClr val="E2E8E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039112" y="331012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38144" y="3310128"/>
            <a:ext cx="1298448" cy="566928"/>
          </a:xfrm>
          <a:prstGeom prst="rect">
            <a:avLst/>
          </a:prstGeom>
          <a:solidFill>
            <a:srgbClr val="F1F4F2"/>
          </a:solidFill>
          <a:ln w="9525">
            <a:solidFill>
              <a:srgbClr val="E2E8E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38144" y="331012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" y="3995928"/>
            <a:ext cx="1298448" cy="566928"/>
          </a:xfrm>
          <a:prstGeom prst="rect">
            <a:avLst/>
          </a:prstGeom>
          <a:solidFill>
            <a:srgbClr val="F1F4F2"/>
          </a:solidFill>
          <a:ln w="9525">
            <a:solidFill>
              <a:srgbClr val="E2E8E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399592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039112" y="3995928"/>
            <a:ext cx="1298448" cy="566928"/>
          </a:xfrm>
          <a:prstGeom prst="rect">
            <a:avLst/>
          </a:prstGeom>
          <a:solidFill>
            <a:srgbClr val="F1F4F2"/>
          </a:solidFill>
          <a:ln w="9525">
            <a:solidFill>
              <a:srgbClr val="E2E8E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039112" y="399592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438144" y="3995928"/>
            <a:ext cx="1298448" cy="566928"/>
          </a:xfrm>
          <a:prstGeom prst="rect">
            <a:avLst/>
          </a:prstGeom>
          <a:solidFill>
            <a:srgbClr val="D5EBDF"/>
          </a:solidFill>
          <a:ln w="9525">
            <a:solidFill>
              <a:srgbClr val="E2E8E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38144" y="399592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212080" y="128016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6E7C6"/>
          </a:solidFill>
          <a:ln w="9525">
            <a:solidFill>
              <a:srgbClr val="F6E7C6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25880"/>
            <a:ext cx="201168" cy="20116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550408" y="12801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5212080" y="1719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7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</a:t>
            </a:r>
            <a:endParaRPr lang="en-US" sz="15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39696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532120" y="210312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completo de la página</a:t>
            </a:r>
            <a:endParaRPr lang="en-US" sz="115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596896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5532120" y="256032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en un solo lugar: clases, horarios, planes, fisio y comunidad</a:t>
            </a:r>
            <a:endParaRPr lang="en-US" sz="115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054096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532120" y="301752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directo a WhatsApp y al asistente</a:t>
            </a:r>
            <a:endParaRPr lang="en-US" sz="115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3511296"/>
            <a:ext cx="219456" cy="219456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5532120" y="347472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bien en el celular</a:t>
            </a:r>
            <a:endParaRPr lang="en-US" sz="115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968496"/>
            <a:ext cx="219456" cy="219456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5532120" y="393192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presencia: ayuda a que te encuentren en Google</a:t>
            </a:r>
            <a:endParaRPr lang="en-US" sz="1150" dirty="0"/>
          </a:p>
        </p:txBody>
      </p:sp>
      <p:sp>
        <p:nvSpPr>
          <p:cNvPr id="44" name="Shape 35"/>
          <p:cNvSpPr/>
          <p:nvPr/>
        </p:nvSpPr>
        <p:spPr>
          <a:xfrm>
            <a:off x="5212080" y="4434840"/>
            <a:ext cx="3474720" cy="320040"/>
          </a:xfrm>
          <a:prstGeom prst="rect">
            <a:avLst/>
          </a:prstGeom>
          <a:solidFill>
            <a:srgbClr val="F6E7C6"/>
          </a:solidFill>
          <a:ln w="9525">
            <a:solidFill>
              <a:srgbClr val="F6E7C6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534924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aprox. US$11, se paga aparte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INVOLUCRAMIENTO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Compromiso real, dentro de un alcance claro.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4FC0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involucramiento de BOLD con SevenLab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719072"/>
            <a:ext cx="2560320" cy="0"/>
          </a:xfrm>
          <a:prstGeom prst="line">
            <a:avLst/>
          </a:prstGeom>
          <a:noFill/>
          <a:ln w="19050">
            <a:solidFill>
              <a:srgbClr val="4FC0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8470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y dirección integral de la marca, dentro del alcance contratado.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328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constante del contenido, el WhatsApp y las promociones.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2186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cercano en las decisiones comerciales y de marca.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F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719072"/>
            <a:ext cx="2560320" cy="0"/>
          </a:xfrm>
          <a:prstGeom prst="line">
            <a:avLst/>
          </a:prstGeom>
          <a:noFill/>
          <a:ln w="12700">
            <a:solidFill>
              <a:srgbClr val="3B66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8470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24/7 ni respuesta inmediata a cualquier hora.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5328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o producción ilimitada fuera del alcance mensual.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2186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sin límites ni prioridades definidas.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163A2F"/>
          </a:solidFill>
          <a:ln w="9525">
            <a:solidFill>
              <a:srgbClr val="2F52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involucramos como parte de tu equipo: tu marca, tus ventas y tu comunidad son nuestra responsabilidad.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PAQUETE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AGENCY × SEVENLAB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SevenLab tiene cada 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554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2140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para redes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30552" y="1298448"/>
            <a:ext cx="1554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7712" y="1371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212140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de grabación en el box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03904" y="1298448"/>
            <a:ext cx="1554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41064" y="1371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8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212140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WhatsApp activo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77256" y="1298448"/>
            <a:ext cx="1554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14416" y="1371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E7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5614416" y="212140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y reunión de resultados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50608" y="1298448"/>
            <a:ext cx="1554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87768" y="1371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FC0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287768" y="212140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involucramiento de BOLD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090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7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además, todos los meses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65576"/>
            <a:ext cx="182880" cy="1828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31520" y="3429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y Google al día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31336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31520" y="3794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y fechas clave evaluadas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97096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31520" y="4160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para que los miembros se queden y recomienden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800600" y="3090672"/>
            <a:ext cx="3886200" cy="1645920"/>
          </a:xfrm>
          <a:prstGeom prst="rect">
            <a:avLst/>
          </a:prstGeom>
          <a:solidFill>
            <a:srgbClr val="F6E7C6"/>
          </a:solidFill>
          <a:ln w="9525">
            <a:solidFill>
              <a:srgbClr val="F6E7C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21868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321808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vez, al inicio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4983480" y="3611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Landing page de regalo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4983480" y="3959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Configuración del asistente de WhatsApp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983480" y="430682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Orden inicial de Instagram y Google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MES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AGENCY × SEVENLAB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arrancamos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417320" y="1371600"/>
            <a:ext cx="731520" cy="731520"/>
          </a:xfrm>
          <a:prstGeom prst="ellipse">
            <a:avLst/>
          </a:prstGeom>
          <a:solidFill>
            <a:srgbClr val="1E7A56"/>
          </a:solidFill>
          <a:ln w="6350">
            <a:solidFill>
              <a:srgbClr val="1E7A5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885" y="1547165"/>
            <a:ext cx="380390" cy="3803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0" y="1737360"/>
            <a:ext cx="1783080" cy="0"/>
          </a:xfrm>
          <a:prstGeom prst="line">
            <a:avLst/>
          </a:prstGeom>
          <a:noFill/>
          <a:ln w="25400">
            <a:solidFill>
              <a:srgbClr val="D3DDD7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457200" y="2240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7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Ordenamos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Google, horarios, precios y forma de contacto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2A7F9E"/>
          </a:solidFill>
          <a:ln w="6350">
            <a:solidFill>
              <a:srgbClr val="2A7F9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805" y="1547165"/>
            <a:ext cx="380390" cy="38039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74920" y="1737360"/>
            <a:ext cx="1783080" cy="0"/>
          </a:xfrm>
          <a:prstGeom prst="line">
            <a:avLst/>
          </a:prstGeom>
          <a:noFill/>
          <a:ln w="25400">
            <a:solidFill>
              <a:srgbClr val="D3DDD7"/>
            </a:solidFill>
            <a:prstDash val="dash"/>
          </a:ln>
        </p:spPr>
      </p:sp>
      <p:sp>
        <p:nvSpPr>
          <p:cNvPr id="14" name="Text 10"/>
          <p:cNvSpPr txBox="1"/>
          <p:nvPr/>
        </p:nvSpPr>
        <p:spPr>
          <a:xfrm>
            <a:off x="3246120" y="2240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 A 4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24612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Publicamos y activamos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Salen los primeros contenidos y el asistente de WhatsApp empieza a atender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995160" y="1371600"/>
            <a:ext cx="731520" cy="731520"/>
          </a:xfrm>
          <a:prstGeom prst="ellipse">
            <a:avLst/>
          </a:prstGeom>
          <a:solidFill>
            <a:srgbClr val="5B4B8A"/>
          </a:solidFill>
          <a:ln w="6350">
            <a:solidFill>
              <a:srgbClr val="5B4B8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725" y="15471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35040" y="2240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MES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03504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 mostramos resultados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sencillo, reunión de 30 minutos y ajustes para el mes 2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D5EBDF"/>
          </a:solidFill>
          <a:ln w="9525">
            <a:solidFill>
              <a:srgbClr val="D5EBD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tu parte: aprobar los contenidos, darnos acceso a tus cuentas y una jornada de grabación al mes.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AGENCY × SEVENLAB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inversión: 2 meses de prueba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paquete durante 2 meses para conocer el trabajo y ver resultados.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206240" cy="3474720"/>
          </a:xfrm>
          <a:prstGeom prst="rect">
            <a:avLst/>
          </a:prstGeom>
          <a:solidFill>
            <a:srgbClr val="0E2A22"/>
          </a:solidFill>
          <a:ln w="9525">
            <a:solidFill>
              <a:srgbClr val="0E2A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BOLD × SEVENLAB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556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₡165.000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2 meses de prueba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916936"/>
            <a:ext cx="155448" cy="1554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6012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digital en orden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00984"/>
            <a:ext cx="155448" cy="1554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60120" y="3264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contenidos al mes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85032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60120" y="3648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WhatsApp con IA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69080"/>
            <a:ext cx="155448" cy="1554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60120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que venden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916936"/>
            <a:ext cx="155448" cy="1554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9260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que se queda</a:t>
            </a:r>
            <a:endParaRPr lang="en-US" sz="10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3300984"/>
            <a:ext cx="155448" cy="15544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926080" y="3264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y acompañamiento</a:t>
            </a:r>
            <a:endParaRPr lang="en-US" sz="10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3685032"/>
            <a:ext cx="155448" cy="15544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2926080" y="3648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de regalo</a:t>
            </a:r>
            <a:endParaRPr lang="en-US" sz="10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4069080"/>
            <a:ext cx="155448" cy="15544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2926080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involucramiento</a:t>
            </a:r>
            <a:endParaRPr lang="en-US" sz="1050" dirty="0"/>
          </a:p>
        </p:txBody>
      </p:sp>
      <p:sp>
        <p:nvSpPr>
          <p:cNvPr id="26" name="Text 16"/>
          <p:cNvSpPr txBox="1"/>
          <p:nvPr/>
        </p:nvSpPr>
        <p:spPr>
          <a:xfrm>
            <a:off x="4937760" y="1298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66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incluye</a:t>
            </a:r>
            <a:endParaRPr lang="en-US" sz="15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1737360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21208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en anuncios pagados</a:t>
            </a:r>
            <a:endParaRPr lang="en-US" sz="11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121408"/>
            <a:ext cx="164592" cy="16459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521208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de fotos o video especiales</a:t>
            </a:r>
            <a:endParaRPr lang="en-US" sz="11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2505456"/>
            <a:ext cx="164592" cy="16459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5212080" y="24597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la plataforma del asistente de WhatsApp</a:t>
            </a:r>
            <a:endParaRPr lang="en-US" sz="11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2889504"/>
            <a:ext cx="164592" cy="164592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212080" y="28437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la landing page (aprox. US$11)</a:t>
            </a:r>
            <a:endParaRPr lang="en-US" sz="115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3273552"/>
            <a:ext cx="164592" cy="164592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5212080" y="3227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Premios y materiales de promociones</a:t>
            </a:r>
            <a:endParaRPr lang="en-US" sz="1150" dirty="0"/>
          </a:p>
        </p:txBody>
      </p:sp>
      <p:sp>
        <p:nvSpPr>
          <p:cNvPr id="37" name="Shape 22"/>
          <p:cNvSpPr/>
          <p:nvPr/>
        </p:nvSpPr>
        <p:spPr>
          <a:xfrm>
            <a:off x="4937760" y="3749040"/>
            <a:ext cx="3749040" cy="1024128"/>
          </a:xfrm>
          <a:prstGeom prst="rect">
            <a:avLst/>
          </a:prstGeom>
          <a:solidFill>
            <a:srgbClr val="D5EBDF"/>
          </a:solidFill>
          <a:ln w="9525">
            <a:solidFill>
              <a:srgbClr val="D5EBDF"/>
            </a:solidFill>
            <a:prstDash val="solid"/>
          </a:ln>
        </p:spPr>
      </p:sp>
      <p:sp>
        <p:nvSpPr>
          <p:cNvPr id="38" name="Text 23"/>
          <p:cNvSpPr txBox="1"/>
          <p:nvPr/>
        </p:nvSpPr>
        <p:spPr>
          <a:xfrm>
            <a:off x="5120640" y="3749040"/>
            <a:ext cx="3429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involucramiento de BOLD para ordenar, comunicar, vender y hacer crecer SevenLab.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7b3098e-5576-57da-b056-8c8e98df80c7/scratchpad/fotos/02_comunidad_equip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7840" y="0"/>
            <a:ext cx="73152" cy="5143500"/>
          </a:xfrm>
          <a:prstGeom prst="rect">
            <a:avLst/>
          </a:prstGeom>
          <a:solidFill>
            <a:srgbClr val="4FC08D"/>
          </a:solidFill>
          <a:ln w="9525">
            <a:solidFill>
              <a:srgbClr val="4FC08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241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Empecemos esta semana.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C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₡165.000 por 2 meses de prueba · 100% de involucramiento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938528"/>
            <a:ext cx="347472" cy="347472"/>
          </a:xfrm>
          <a:prstGeom prst="ellipse">
            <a:avLst/>
          </a:prstGeom>
          <a:solidFill>
            <a:srgbClr val="1E7A56"/>
          </a:solidFill>
          <a:ln w="9525">
            <a:solidFill>
              <a:srgbClr val="4FC08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8928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Aprobás la propuesta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487168"/>
            <a:ext cx="347472" cy="347472"/>
          </a:xfrm>
          <a:prstGeom prst="ellipse">
            <a:avLst/>
          </a:prstGeom>
          <a:solidFill>
            <a:srgbClr val="1E7A56"/>
          </a:solidFill>
          <a:ln w="9525">
            <a:solidFill>
              <a:srgbClr val="4FC08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4414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das acceso a Instagram, Google y WhatsApp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035808"/>
            <a:ext cx="347472" cy="347472"/>
          </a:xfrm>
          <a:prstGeom prst="ellipse">
            <a:avLst/>
          </a:prstGeom>
          <a:solidFill>
            <a:srgbClr val="1E7A56"/>
          </a:solidFill>
          <a:ln w="9525">
            <a:solidFill>
              <a:srgbClr val="4FC08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990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reunión de una hora para conocer precios, horarios y la historia del box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3584448"/>
            <a:ext cx="347472" cy="347472"/>
          </a:xfrm>
          <a:prstGeom prst="ellipse">
            <a:avLst/>
          </a:prstGeom>
          <a:solidFill>
            <a:srgbClr val="1E7A56"/>
          </a:solidFill>
          <a:ln w="9525">
            <a:solidFill>
              <a:srgbClr val="4FC0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5387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semana 1 ya estamos ordenando todo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976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 Muñoz Malavé — Founder &amp; Estratega de Marca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C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esteban.munoz@boldagencycr.com · WhatsApp +506 7244-5642 · boldagencycr.com/portafolio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715000" y="4873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Fotos: Instagram @sevenlab7 · @recuerdos_fullframe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SevenLab — Propuesta estratégica BOLD Agency</dc:title>
  <dc:subject>PptxGenJS Presentation</dc:subject>
  <dc:creator>BOLD Agency</dc:creator>
  <cp:lastModifiedBy>BOLD Agency</cp:lastModifiedBy>
  <cp:revision>1</cp:revision>
  <dcterms:created xsi:type="dcterms:W3CDTF">2026-10-19T01:57:54Z</dcterms:created>
  <dcterms:modified xsi:type="dcterms:W3CDTF">2026-10-19T01:57:54Z</dcterms:modified>
</cp:coreProperties>
</file>